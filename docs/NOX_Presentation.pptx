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6751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E5FF"/>
                </a:solidFill>
                <a:latin typeface="Segoe UI"/>
              </a:defRPr>
            </a:pPr>
            <a:r>
              <a:t>🛡️ NOX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Remote Device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Enterprise-Grade Mobile Device Monitoring &amp; Management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931920"/>
            <a:ext cx="66751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Willaye Jafferi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💸 Expensive MDM Solutions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Existing tools cost $3–$10/device/month — too costly for SMBs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7160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🔒 Limited Monitoring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Can't see WhatsApp messages, browser URLs, or social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📡 Network Dependent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Most solutions require same network or VPN — breaks on mobile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⏰ Complex Enrollment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Google Workspace, Apple DEP, certificate management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👁️ No Real-Time Alerts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No instant notification when device is unlocked or misused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663440"/>
            <a:ext cx="4937760" cy="13716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4757"/>
                </a:solidFill>
                <a:latin typeface="Segoe UI"/>
              </a:defRPr>
            </a:pPr>
            <a:r>
              <a:t>☁️ Data on Third-Party Servers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Your sensitive employee data stored on vendor's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The Solution — NOX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self-hosted MDM platform with deep monitoring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🆓 Self-Hosted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Your data stays on YOUR servers. Zero third-party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🌍 Global Reach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Works across any network, any country. Admin in PK, device in USA.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⚡ Real-Time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WebSocket-powered live data. Unlock → Buzzer in &lt; 2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47472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💬 Deep Monitoring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WhatsApp messages, browser URLs, gallery, calls, SMS, clipboard.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🚀 Zero-Touch Setup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Email invite → QR scan → auto-enroll. No manual config.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937760"/>
            <a:ext cx="4937760" cy="11887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🔋 24/7 Active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Foreground service + wake lock. Survives screen off, reboot.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00400" cy="4114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📱 TARGET DEVICE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• Flutter Agent App</a:t>
            </a:r>
            <a:br/>
            <a:r>
              <a:t>• Kotlin Native Services</a:t>
            </a:r>
            <a:br/>
            <a:r>
              <a:t>• Foreground Service</a:t>
            </a:r>
            <a:br/>
            <a:r>
              <a:t>• Accessibility Service</a:t>
            </a:r>
            <a:br/>
            <a:r>
              <a:t>• Notification Listener</a:t>
            </a:r>
            <a:br/>
            <a:r>
              <a:t>• GPS Tracking</a:t>
            </a:r>
            <a:br/>
            <a:r>
              <a:t>• Boot/Unlock Receivers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🖥️ BACKEND (Railway)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• NestJS REST API</a:t>
            </a:r>
            <a:br/>
            <a:r>
              <a:t>• Socket.IO WebSocket</a:t>
            </a:r>
            <a:br/>
            <a:r>
              <a:t>• PostgreSQL 16</a:t>
            </a:r>
            <a:br/>
            <a:r>
              <a:t>• Redis 7</a:t>
            </a:r>
            <a:br/>
            <a:r>
              <a:t>• JWT + Magic Link Auth</a:t>
            </a:r>
            <a:br/>
            <a:r>
              <a:t>• Prisma ORM</a:t>
            </a:r>
            <a:br/>
            <a:r>
              <a:t>• FCM Push Service</a:t>
            </a:r>
            <a:br/>
            <a:r>
              <a:t>• Cron Scheduler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645920"/>
            <a:ext cx="3200400" cy="4114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👨‍💼 ADMIN DEVICE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• Flutter Controller App</a:t>
            </a:r>
            <a:br/>
            <a:r>
              <a:t>• Riverpod State Mgmt</a:t>
            </a:r>
            <a:br/>
            <a:r>
              <a:t>• Real-time Dashboard</a:t>
            </a:r>
            <a:br/>
            <a:r>
              <a:t>• Unlock Alert Buzzer</a:t>
            </a:r>
            <a:br/>
            <a:r>
              <a:t>• Device Controls</a:t>
            </a:r>
            <a:br/>
            <a:r>
              <a:t>• Notification Center</a:t>
            </a:r>
            <a:br/>
            <a:r>
              <a:t>• Employee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◀──▶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5FF"/>
                </a:solidFill>
                <a:latin typeface="Segoe UI"/>
              </a:defRPr>
            </a:pPr>
            <a:r>
              <a:t>◀──▶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REST + 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REST + 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Monitoring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📍 Live GPS Location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Real-time +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💬 WhatsApp Messages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Content + sender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🌐 Browser URLs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6+ browsers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🖼️ Gallery &amp; Files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Photos, screenshots, media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📞 Call Logs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In/out/missed +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10896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✉️ SMS Messages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Full inbox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👥 Contacts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Complete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10896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📋 Clipboard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Copied text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📊 App Usage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Per-app screen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84632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⏱️ Screen Time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Daily aggregates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84632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🔓 Unlock Events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+ Admin buzzer alert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846320"/>
            <a:ext cx="2560320" cy="146304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📱 Social Apps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IG, Snap, Telegram, FB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Security &amp; Remote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🔐 Remote Lock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Instantly lock any managed device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🔓 Remote Unlock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Unlock remotely when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🗑️ Remote Uninstall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Remove agent app if compromised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🛡️ Device Admin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Prevent unauthorized uninstall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🔄 Boot Auto-Start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Monitoring survives every reboot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56616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🔋 Battery Optimized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Foreground service + wake 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6616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🔊 Unlock Buzzer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Instant admin alert on unlock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566160"/>
            <a:ext cx="2560320" cy="18288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📡 24/7 WebSocket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Persistent connection, no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NestJS • TypeScript • Prisma</a:t>
            </a:r>
            <a:br/>
            <a:r>
              <a:t>PostgreSQL 16 • Redis 7</a:t>
            </a:r>
            <a:br/>
            <a:r>
              <a:t>Socket.IO • JWT • Magic Link</a:t>
            </a:r>
            <a:br/>
            <a:r>
              <a:t>Nodemailer • FCM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Agent App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Flutter 3.47 • Dart</a:t>
            </a:r>
            <a:br/>
            <a:r>
              <a:t>Kotlin Native Services</a:t>
            </a:r>
            <a:br/>
            <a:r>
              <a:t>Foreground Service</a:t>
            </a:r>
            <a:br/>
            <a:r>
              <a:t>Accessibility • Notification</a:t>
            </a:r>
            <a:br/>
            <a:r>
              <a:t>WorkManager • Geolocator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Admin App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Flutter 3.47 • Riverpod</a:t>
            </a:r>
            <a:br/>
            <a:r>
              <a:t>Go Router • Dio</a:t>
            </a:r>
            <a:br/>
            <a:r>
              <a:t>Socket.IO Client</a:t>
            </a:r>
            <a:br/>
            <a:r>
              <a:t>Audioplayers (Buzzer)</a:t>
            </a:r>
            <a:br/>
            <a:r>
              <a:t>Secure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Railway (Cloud Deploy)</a:t>
            </a:r>
            <a:br/>
            <a:r>
              <a:t>Docker + Compose</a:t>
            </a:r>
            <a:br/>
            <a:r>
              <a:t>Cloudflare Tunnel</a:t>
            </a:r>
            <a:br/>
            <a:r>
              <a:t>GitHub CI/CD Ready</a:t>
            </a:r>
            <a:br/>
            <a:r>
              <a:t>Postgres + Redis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Enrollment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1: Admin Creates Invite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Enter employee email + name</a:t>
            </a:r>
            <a:br/>
            <a:r>
              <a:t>→ System generates unique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2: Employee Gets Email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Invitation with enrollment</a:t>
            </a:r>
            <a:br/>
            <a:r>
              <a:t>link sent via SMTP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3: QR Scan / Link Open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Landing page with</a:t>
            </a:r>
            <a:br/>
            <a:r>
              <a:t>"Download NOX"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4: APK Install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One-tap install</a:t>
            </a:r>
            <a:br/>
            <a:r>
              <a:t>Sideload via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84048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5: Auto-Enrollment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"Open NOX" deep link</a:t>
            </a:r>
            <a:br/>
            <a:r>
              <a:t>Device registers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840480"/>
            <a:ext cx="3383280" cy="21031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Step 6: Admin Sees Device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Dashboard shows new device</a:t>
            </a:r>
            <a:br/>
            <a:r>
              <a:t>Monitoring starts instantly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Why NOX?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✅ First open MDM with WhatsApp content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✅ Global monitoring — admin &amp; target can be in different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✅ Instant unlock buzzer alert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✅ Zero-touch enrollment via email +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✅ 100% self-hosted — no third-party data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✅ Magic link passwordless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✅ 24/7 persistent monitoring with battery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✅ Multi-app social monitoring (WA, Telegram, IG, Messenger, Snap)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✅ 6+ browsers URL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✅ Free deployment on Railway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E5FF"/>
                </a:solidFill>
                <a:latin typeface="Segoe UI"/>
              </a:defRPr>
            </a:pPr>
            <a:r>
              <a:t>🏭 Corporate MDM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Monitor company-issued phones.</a:t>
            </a:r>
            <a:br/>
            <a:r>
              <a:t>Track field workers.</a:t>
            </a:r>
            <a:br/>
            <a:r>
              <a:t>Prevent data leakage.</a:t>
            </a:r>
            <a:br/>
            <a:r>
              <a:t>Ensure work-only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0D26A"/>
                </a:solidFill>
                <a:latin typeface="Segoe UI"/>
              </a:defRPr>
            </a:pPr>
            <a:r>
              <a:t>👨‍👩‍👧‍👦 Parental Control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Monitor children's WhatsApp.</a:t>
            </a:r>
            <a:br/>
            <a:r>
              <a:t>Track browser history.</a:t>
            </a:r>
            <a:br/>
            <a:r>
              <a:t>Know app usage patterns.</a:t>
            </a:r>
            <a:br/>
            <a:r>
              <a:t>Instant unlock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🚚 Fleet Management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Track delivery drivers.</a:t>
            </a:r>
            <a:br/>
            <a:r>
              <a:t>View location history.</a:t>
            </a:r>
            <a:br/>
            <a:r>
              <a:t>Monitor call logs.</a:t>
            </a:r>
            <a:br/>
            <a:r>
              <a:t>Real-time device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560320" cy="457200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🔒 Security &amp; Compliance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Regulated industry audit.</a:t>
            </a:r>
            <a:br/>
            <a:r>
              <a:t>Device policy enforcement.</a:t>
            </a:r>
            <a:br/>
            <a:r>
              <a:t>Activity trail logging.</a:t>
            </a:r>
            <a:br/>
            <a:r>
              <a:t>Remote lock/wipe.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Segoe UI"/>
              </a:defRPr>
            </a:pPr>
            <a:r>
              <a:t>Database Schema — 18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MagicLink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EnrollmentInvite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LocationLog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37160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AppUsage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BrowsingHistory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CallLog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ScreenTime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GalleryItem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SmsMessage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01752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ClipboardEntry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UnlockEvent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SocialAppEvent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DeviceCommand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Notification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4663440"/>
            <a:ext cx="1691640" cy="12801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Segoe UI"/>
              </a:defRPr>
            </a:pPr>
            <a:r>
              <a:t>ActivityLog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6751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E5FF"/>
                </a:solidFill>
                <a:latin typeface="Segoe UI"/>
              </a:defRPr>
            </a:pPr>
            <a:r>
              <a:t>🛡️ NOX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See Everything. Control Everything.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017520"/>
            <a:ext cx="66751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Willaye Jafferi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willayedev@gmail.com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NestJS • Flutter • Kotlin • PostgreSQL •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